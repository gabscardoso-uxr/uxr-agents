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188720"/>
            <a:ext cx="4572000" cy="4572000"/>
          </a:xfrm>
          <a:prstGeom prst="ellipse">
            <a:avLst/>
          </a:prstGeom>
          <a:solidFill>
            <a:srgbClr val="8B3D5A"/>
          </a:solidFill>
          <a:ln w="12700">
            <a:solidFill>
              <a:srgbClr val="8B3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474720"/>
            <a:ext cx="3474720" cy="3474720"/>
          </a:xfrm>
          <a:prstGeom prst="ellipse">
            <a:avLst/>
          </a:prstGeom>
          <a:solidFill>
            <a:srgbClr val="5A2538"/>
          </a:solidFill>
          <a:ln w="12700">
            <a:solidFill>
              <a:srgbClr val="5A25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359152"/>
            <a:ext cx="2194560" cy="41148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8580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Research,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b="1" i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encoded.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502920" y="251460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built AI-powered skills that carry my judgment into every study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RESEARCH  ·  CLAUDE CODE  ·  SLASH COMMANDS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0F16"/>
          </a:solidFill>
          <a:ln w="12700">
            <a:solidFill>
              <a:srgbClr val="1E0F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with AI in research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1371600" cy="4572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81328"/>
            <a:ext cx="4434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81328"/>
            <a:ext cx="59436" cy="89611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15361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85216" y="153619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Summarize what you give them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5216" y="193852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compression, not for research thinking.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05456"/>
            <a:ext cx="4434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505456"/>
            <a:ext cx="59436" cy="89611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25603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5216" y="25603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Fabricate what you didn’t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5216" y="296265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signals. Invented confidence. Invented decisions.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29584"/>
            <a:ext cx="4434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529584"/>
            <a:ext cx="59436" cy="89611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35844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5216" y="358444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research judgment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5216" y="3986784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don’t know your stage, your question, or when to stop.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66360" y="1417320"/>
            <a:ext cx="3566160" cy="33375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03520" y="1371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000" dirty="0"/>
          </a:p>
        </p:txBody>
      </p:sp>
      <p:sp>
        <p:nvSpPr>
          <p:cNvPr id="24" name="Text 22"/>
          <p:cNvSpPr/>
          <p:nvPr/>
        </p:nvSpPr>
        <p:spPr>
          <a:xfrm>
            <a:off x="5303520" y="210312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isn’t capability.</a:t>
            </a:r>
            <a:endParaRPr lang="en-US" sz="1700" dirty="0"/>
          </a:p>
          <a:p>
            <a:pPr algn="l" indent="0" marL="0">
              <a:buNone/>
            </a:pPr>
            <a:r>
              <a:rPr lang="en-US" sz="1700" i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It’s that the tools have no research judgment.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303520" y="3657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don’t know what stage you’re at.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4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don’t know when to stop.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0F16"/>
          </a:solidFill>
          <a:ln w="12700">
            <a:solidFill>
              <a:srgbClr val="1E0F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00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suite of 4 Claude Code skills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 that encode UXR expertise as structured, opinionated prompts.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4114800" cy="1417320"/>
          </a:xfrm>
          <a:prstGeom prst="rect">
            <a:avLst/>
          </a:prstGeom>
          <a:solidFill>
            <a:srgbClr val="3D2030"/>
          </a:solidFill>
          <a:ln w="12700">
            <a:solidFill>
              <a:srgbClr val="6D2E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719072"/>
            <a:ext cx="4114800" cy="640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8562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/scoper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30352" y="224942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a brief into a decision-ready research plan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7432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sections · 4 audiences · stage-gated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719072"/>
            <a:ext cx="4114800" cy="1417320"/>
          </a:xfrm>
          <a:prstGeom prst="rect">
            <a:avLst/>
          </a:prstGeom>
          <a:solidFill>
            <a:srgbClr val="3D2030"/>
          </a:solidFill>
          <a:ln w="12700">
            <a:solidFill>
              <a:srgbClr val="A267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719072"/>
            <a:ext cx="4114800" cy="64008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18562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/discussion-guide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73752" y="224942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field-ready guide from a completed scope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73752" y="27432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flow · probes · time-boxed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291840"/>
            <a:ext cx="4114800" cy="1417320"/>
          </a:xfrm>
          <a:prstGeom prst="rect">
            <a:avLst/>
          </a:prstGeom>
          <a:solidFill>
            <a:srgbClr val="3D2030"/>
          </a:solidFill>
          <a:ln w="12700">
            <a:solidFill>
              <a:srgbClr val="6D2E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291840"/>
            <a:ext cx="4114800" cy="640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429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/screener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30352" y="382219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participant screener criteria-first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43159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quota logic · eligibility tiers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3291840"/>
            <a:ext cx="4114800" cy="1417320"/>
          </a:xfrm>
          <a:prstGeom prst="rect">
            <a:avLst/>
          </a:prstGeom>
          <a:solidFill>
            <a:srgbClr val="3D2030"/>
          </a:solidFill>
          <a:ln w="12700">
            <a:solidFill>
              <a:srgbClr val="A267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3291840"/>
            <a:ext cx="4114800" cy="64008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3429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/synthesis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873752" y="382219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raw session notes into calibrated findings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73752" y="43159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evidence-traced · confidence-rated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7274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chain:  brief → scope → recruit + run sessions → synthesize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0F16"/>
          </a:solidFill>
          <a:ln w="12700">
            <a:solidFill>
              <a:srgbClr val="1E0F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It’s not prompts.</a:t>
            </a:r>
            <a:endParaRPr lang="en-US" sz="3300" dirty="0"/>
          </a:p>
          <a:p>
            <a:pPr algn="l" indent="0" marL="0">
              <a:buNone/>
            </a:pPr>
            <a:r>
              <a:rPr lang="en-US" sz="33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It’s guardrails.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skill is a .md file in .claude/skills/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them useful isn’t the instructions — it’s what they refuse to do.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" y="2706624"/>
            <a:ext cx="4754880" cy="36576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0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2706624"/>
            <a:ext cx="64008" cy="36576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73405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Won’t produce output until the stage is confirmed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" y="3163824"/>
            <a:ext cx="4754880" cy="36576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0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3163824"/>
            <a:ext cx="64008" cy="36576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19125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Won’t scope a brief with mixed-stage research questions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8912" y="3621024"/>
            <a:ext cx="4754880" cy="36576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0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3621024"/>
            <a:ext cx="64008" cy="36576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64845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Won’t write a finding without named evidence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8912" y="4078224"/>
            <a:ext cx="4754880" cy="36576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0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4078224"/>
            <a:ext cx="64008" cy="36576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410565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Won’t skip inputs — they ask, they don’t assume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394960" y="594360"/>
            <a:ext cx="3337560" cy="4114800"/>
          </a:xfrm>
          <a:prstGeom prst="rect">
            <a:avLst/>
          </a:prstGeom>
          <a:solidFill>
            <a:srgbClr val="2C1A22"/>
          </a:solidFill>
          <a:ln w="12700">
            <a:solidFill>
              <a:srgbClr val="2C1A2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94960" y="594360"/>
            <a:ext cx="1828800" cy="34747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58968" y="594360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.claude/skills/scoper.md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532120" y="105156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/scoper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532120" y="141732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E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 Stage Gate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532120" y="160020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output: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532120" y="178308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confirm research stage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532120" y="196596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state assumption + evidence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532120" y="21488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WAIT for confirmation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532120" y="251460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E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 Output Rules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532120" y="269748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fabricate signals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532120" y="288036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skip stage question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532120" y="30632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sections, four readers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532120" y="342900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E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 Inputs Required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532120" y="361188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brief, team_context,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532120" y="379476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timeline, decision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0F16"/>
          </a:solidFill>
          <a:ln w="12700">
            <a:solidFill>
              <a:srgbClr val="1E0F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stage gate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2578608" cy="804672"/>
          </a:xfrm>
          <a:prstGeom prst="rect">
            <a:avLst/>
          </a:prstGeom>
          <a:solidFill>
            <a:srgbClr val="5A2538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08760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89280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unknown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481328"/>
            <a:ext cx="2578608" cy="804672"/>
          </a:xfrm>
          <a:prstGeom prst="rect">
            <a:avLst/>
          </a:prstGeom>
          <a:solidFill>
            <a:srgbClr val="5A2538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508760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189280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 the problem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72200" y="1481328"/>
            <a:ext cx="2578608" cy="804672"/>
          </a:xfrm>
          <a:prstGeom prst="rect">
            <a:avLst/>
          </a:prstGeom>
          <a:solidFill>
            <a:srgbClr val="5A2538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1508760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72200" y="1892808"/>
            <a:ext cx="2578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 solution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487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common mistake in UXR: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2971800"/>
            <a:ext cx="54864" cy="22860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90779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Discovery methods on a Validation-stage problem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410712"/>
            <a:ext cx="54864" cy="22860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34670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Validation testing with no concept ready to test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822192"/>
            <a:ext cx="8138160" cy="822960"/>
          </a:xfrm>
          <a:prstGeom prst="rect">
            <a:avLst/>
          </a:prstGeom>
          <a:solidFill>
            <a:srgbClr val="2C1A22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86791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/scoper stops before producing anything and asks: Discovery, Definition, or Validation?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42245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states its assumption and evidence. Then it waits. This isn’t friction — it’s the question every researcher should ask before scoping anything.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0F16"/>
          </a:solidFill>
          <a:ln w="12700">
            <a:solidFill>
              <a:srgbClr val="1E0F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02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83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fabrication.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tools hallucinate. Research tools can’t afford to.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274320" cy="2743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12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1762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all inputs before generating output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274320" cy="2743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6151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the gap if signals are missing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90672"/>
            <a:ext cx="274320" cy="2743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30540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where evidence can be found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29584"/>
            <a:ext cx="274320" cy="2743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34930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invents data to fill a gap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968496"/>
            <a:ext cx="274320" cy="2743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39319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produces a plan on invented assumptions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83480" y="1298448"/>
            <a:ext cx="3749040" cy="340156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120640" y="12618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000" dirty="0"/>
          </a:p>
        </p:txBody>
      </p:sp>
      <p:sp>
        <p:nvSpPr>
          <p:cNvPr id="24" name="Text 22"/>
          <p:cNvSpPr/>
          <p:nvPr/>
        </p:nvSpPr>
        <p:spPr>
          <a:xfrm>
            <a:off x="5138928" y="2029968"/>
            <a:ext cx="3429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plan built on invented signals produces invented decisions.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5138928" y="36576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is traceable to a real input.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input doesn’t exist, the skill stops.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0F16"/>
          </a:solidFill>
          <a:ln w="12700">
            <a:solidFill>
              <a:srgbClr val="1E0F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03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00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readers.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document.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257800" y="658368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/scoper produces one document with four labeled sections.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reader finds their slice and stops.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29968"/>
            <a:ext cx="4069080" cy="1261872"/>
          </a:xfrm>
          <a:prstGeom prst="rect">
            <a:avLst/>
          </a:prstGeom>
          <a:solidFill>
            <a:srgbClr val="3D2030"/>
          </a:solidFill>
          <a:ln w="12700">
            <a:solidFill>
              <a:srgbClr val="6D2E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029968"/>
            <a:ext cx="4069080" cy="640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57984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596896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framing and risk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2029968"/>
            <a:ext cx="4069080" cy="1261872"/>
          </a:xfrm>
          <a:prstGeom prst="rect">
            <a:avLst/>
          </a:prstGeom>
          <a:solidFill>
            <a:srgbClr val="3D2030"/>
          </a:solidFill>
          <a:ln w="12700">
            <a:solidFill>
              <a:srgbClr val="A267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2029968"/>
            <a:ext cx="4069080" cy="64008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157984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Managers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83480" y="2596896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priority alignment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47288"/>
            <a:ext cx="4069080" cy="1261872"/>
          </a:xfrm>
          <a:prstGeom prst="rect">
            <a:avLst/>
          </a:prstGeom>
          <a:solidFill>
            <a:srgbClr val="3D2030"/>
          </a:solidFill>
          <a:ln w="12700">
            <a:solidFill>
              <a:srgbClr val="6D2E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447288"/>
            <a:ext cx="4069080" cy="640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75304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4014216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behaviors and edge cases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447288"/>
            <a:ext cx="4069080" cy="1261872"/>
          </a:xfrm>
          <a:prstGeom prst="rect">
            <a:avLst/>
          </a:prstGeom>
          <a:solidFill>
            <a:srgbClr val="3D2030"/>
          </a:solidFill>
          <a:ln w="12700">
            <a:solidFill>
              <a:srgbClr val="A267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3447288"/>
            <a:ext cx="4069080" cy="64008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575304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983480" y="4014216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constraints and feasibility signals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0F16"/>
          </a:solidFill>
          <a:ln w="12700">
            <a:solidFill>
              <a:srgbClr val="1E0F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04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 calibration.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3898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/synthesis forces every finding to: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10512"/>
            <a:ext cx="329184" cy="329184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10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8013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stated as an active claim, not a label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329184" cy="329184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2585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to named evidence from specific sessions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724912"/>
            <a:ext cx="329184" cy="329184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24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7157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a confidence level — no finding ships without it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2633472" cy="1389888"/>
          </a:xfrm>
          <a:prstGeom prst="rect">
            <a:avLst/>
          </a:prstGeom>
          <a:solidFill>
            <a:srgbClr val="FFFFFF"/>
          </a:solidFill>
          <a:ln w="25400">
            <a:solidFill>
              <a:srgbClr val="6D2E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46120"/>
            <a:ext cx="2633472" cy="365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4612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65760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sessions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968496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directional confidence.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act 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3246120"/>
            <a:ext cx="2633472" cy="1389888"/>
          </a:xfrm>
          <a:prstGeom prst="rect">
            <a:avLst/>
          </a:prstGeom>
          <a:solidFill>
            <a:srgbClr val="FFFFFF"/>
          </a:solidFill>
          <a:ln w="25400">
            <a:solidFill>
              <a:srgbClr val="A267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3246120"/>
            <a:ext cx="2633472" cy="36576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24612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MEDIUM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365760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sessions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3968496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signal.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before committing.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3246120"/>
            <a:ext cx="2633472" cy="1389888"/>
          </a:xfrm>
          <a:prstGeom prst="rect">
            <a:avLst/>
          </a:prstGeom>
          <a:solidFill>
            <a:srgbClr val="FFFFFF"/>
          </a:solidFill>
          <a:ln w="25400">
            <a:solidFill>
              <a:srgbClr val="B896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3246120"/>
            <a:ext cx="2633472" cy="365760"/>
          </a:xfrm>
          <a:prstGeom prst="rect">
            <a:avLst/>
          </a:prstGeom>
          <a:solidFill>
            <a:srgbClr val="B8967A"/>
          </a:solidFill>
          <a:ln w="12700">
            <a:solidFill>
              <a:srgbClr val="B896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24612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365760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sessions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3968496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only.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treat as conclusive.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7091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that can’t be evidenced aren’t written. Overstating confidence on thin data destroys trust in research.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0F16"/>
          </a:solidFill>
          <a:ln w="12700">
            <a:solidFill>
              <a:srgbClr val="1E0F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RESEARCHER’S ROLE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8368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skills encode method.</a:t>
            </a:r>
            <a:endParaRPr lang="en-US" sz="3300" dirty="0"/>
          </a:p>
          <a:p>
            <a:pPr algn="l" indent="0" marL="0">
              <a:buNone/>
            </a:pPr>
            <a:r>
              <a:rPr lang="en-US" sz="33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bring judgment.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02920" y="202996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decide: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578608"/>
            <a:ext cx="54864" cy="201168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487168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stage we’re actually at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3090672"/>
            <a:ext cx="54864" cy="201168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999232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 brief is a research problem or a policy problem in disguise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602736"/>
            <a:ext cx="54864" cy="201168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511296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 finding contradicts a hypothesis the team doesn’t want to hear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4114800"/>
            <a:ext cx="54864" cy="201168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023360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 hardware decision needs to be made before sessions happen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532120" y="621792"/>
            <a:ext cx="3200400" cy="4069080"/>
          </a:xfrm>
          <a:prstGeom prst="rect">
            <a:avLst/>
          </a:prstGeom>
          <a:solidFill>
            <a:srgbClr val="2C1A22"/>
          </a:solidFill>
          <a:ln w="12700">
            <a:solidFill>
              <a:srgbClr val="A2676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0" y="749808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skills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me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faster.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263640" y="2697480"/>
            <a:ext cx="1737360" cy="36576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283464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don’t make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 optional.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0F16"/>
          </a:solidFill>
          <a:ln w="12700">
            <a:solidFill>
              <a:srgbClr val="1E0F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brief to field-ready plan.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one conversation.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965960"/>
            <a:ext cx="4160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965960"/>
            <a:ext cx="59436" cy="13258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" y="2039112"/>
            <a:ext cx="347472" cy="34747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33272" y="2039112"/>
            <a:ext cx="3456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for its audience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33272" y="2487168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sections, four readers. No one has to hunt for what they need.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965960"/>
            <a:ext cx="4160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965960"/>
            <a:ext cx="59436" cy="13258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65192" y="2039112"/>
            <a:ext cx="347472" cy="34747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5192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22392" y="2039112"/>
            <a:ext cx="3456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 in evidence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22392" y="2487168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traces to a named source. No output without a real input.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429000"/>
            <a:ext cx="4160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429000"/>
            <a:ext cx="59436" cy="13258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" y="3502152"/>
            <a:ext cx="347472" cy="34747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3502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33272" y="3502152"/>
            <a:ext cx="3456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Connected to a decision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33272" y="3950208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Stage-gated from the start. Every plan is built for the right moment.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429000"/>
            <a:ext cx="4160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FC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429000"/>
            <a:ext cx="59436" cy="13258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65192" y="3502152"/>
            <a:ext cx="347472" cy="34747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3502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22392" y="3502152"/>
            <a:ext cx="3456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 feels like yours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22392" y="3950208"/>
            <a:ext cx="34564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judgment is. The skills accelerate method. You own the insight.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-822960"/>
            <a:ext cx="4754880" cy="4754880"/>
          </a:xfrm>
          <a:prstGeom prst="ellipse">
            <a:avLst/>
          </a:prstGeom>
          <a:solidFill>
            <a:srgbClr val="3D2030"/>
          </a:solidFill>
          <a:ln w="12700">
            <a:solidFill>
              <a:srgbClr val="3D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3200400"/>
            <a:ext cx="3840480" cy="3840480"/>
          </a:xfrm>
          <a:prstGeom prst="ellipse">
            <a:avLst/>
          </a:prstGeom>
          <a:solidFill>
            <a:srgbClr val="221018"/>
          </a:solidFill>
          <a:ln w="12700">
            <a:solidFill>
              <a:srgbClr val="2210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0F16"/>
          </a:solidFill>
          <a:ln w="12700">
            <a:solidFill>
              <a:srgbClr val="1E0F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6217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framework is open.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skills are forkable.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20299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additions: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487168"/>
            <a:ext cx="8138160" cy="566928"/>
          </a:xfrm>
          <a:prstGeom prst="rect">
            <a:avLst/>
          </a:prstGeom>
          <a:solidFill>
            <a:srgbClr val="3D203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786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/report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259689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Stakeholder-ready readout — findings to recommendations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172968"/>
            <a:ext cx="8138160" cy="566928"/>
          </a:xfrm>
          <a:prstGeom prst="rect">
            <a:avLst/>
          </a:prstGeom>
          <a:solidFill>
            <a:srgbClr val="3D203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2644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/interview-debrief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328269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Post-session structured notes, ready for synthesis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858768"/>
            <a:ext cx="8138160" cy="566928"/>
          </a:xfrm>
          <a:prstGeom prst="rect">
            <a:avLst/>
          </a:prstGeom>
          <a:solidFill>
            <a:srgbClr val="3D2030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9502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/hypothesis-tracker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17520" y="3968496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team assumptions and evidence across studies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6360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Other researchers can use, fork, and improve them.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Research, encoded.</dc:title>
  <dc:subject>PptxGenJS Presentation</dc:subject>
  <dc:creator>UX Researcher</dc:creator>
  <cp:lastModifiedBy>UX Researcher</cp:lastModifiedBy>
  <cp:revision>1</cp:revision>
  <dcterms:created xsi:type="dcterms:W3CDTF">2026-04-13T17:25:06Z</dcterms:created>
  <dcterms:modified xsi:type="dcterms:W3CDTF">2026-04-13T17:25:06Z</dcterms:modified>
</cp:coreProperties>
</file>